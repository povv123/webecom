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ប្រធានបទ៖ ខ្ញុំជាកូនចៀមនៃព្រះ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(យ៉ូហាន ១:២៩)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សេចក្តីផ្តើម និងអត្តសញ្ញាណ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តើហេតុអ្វីមានការបោះជំរុំយុវជន?</a:t>
            </a:r>
          </a:p>
          <a:p>
            <a:pPr>
              <a:defRPr sz="2400"/>
            </a:pPr>
            <a:r>
              <a:t>តើអ្វីជាអត្តសញ្ញាណយុវជនប្រុសស្រីរបស់ព្រះជាម្ចាស់?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១. លក្ខណៈនៃកូនចៀម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កូនចៀមតែងតែត្រូវការការដឹកនាំ</a:t>
            </a:r>
          </a:p>
          <a:p>
            <a:pPr>
              <a:defRPr sz="2400"/>
            </a:pPr>
            <a:r>
              <a:t>ស្តាប់បង្គាប់អ្នកគង្វាលជានិច្ច</a:t>
            </a:r>
          </a:p>
          <a:p>
            <a:pPr>
              <a:defRPr sz="2400"/>
            </a:pPr>
            <a:r>
              <a:t>ស្គាល់អ្នកគង្វាលរបស់ខ្លួនយ៉ាងច្បាស់ (យ៉ូហាន ១០:២៧)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២. ចៀមត្រូវការអ្នកគង្វាល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២. ចៀមត្រូវការអ្នកគង្វាលជានិច្ច (ទំនុកដំកើង ២៣:៤)</a:t>
            </a:r>
          </a:p>
          <a:p>
            <a:pPr>
              <a:defRPr sz="2400"/>
            </a:pPr>
            <a:r>
              <a:t>អារក្សមិននៅស្ងៀមនោះឡើយ ដូច្នេះយើងត្រូវតែស្គាល់ព្រះឱ្យបានច្បាស់</a:t>
            </a:r>
          </a:p>
          <a:p>
            <a:pPr>
              <a:defRPr sz="2400"/>
            </a:pPr>
            <a:r>
              <a:t>ត្រូវចេះស្តាប់ និងស្គាល់សំឡេងរបស់អ្នកគង្វាល</a:t>
            </a:r>
          </a:p>
          <a:p>
            <a:pPr>
              <a:defRPr sz="2400"/>
            </a:pPr>
            <a:r>
              <a:t>ទុកចិត្តព្រះ និងរស់នៅដោយសុចរិត (អេសាយ ៤១:១០)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៣. ព្រះយេស៊ូវគ្រីស្ទជាអ្នកគង្វាលល្អ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៣. ព្រះយេស៊ូវគ្រីស្ទជាអ្នកគង្វាលល្អ (យ៉ូហាន ១០:១១)</a:t>
            </a:r>
          </a:p>
          <a:p>
            <a:pPr>
              <a:defRPr sz="2400"/>
            </a:pPr>
            <a:r>
              <a:t>តើព្រះយេស៊ូវគ្រីស្ទនឹងឆ្លើយតបយ៉ាងណាចំពោះហ្វូងចៀមរបស់ទ្រង់?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ការឆ្លើយតបរបស់អ្នកគង្វាលមកកាន់យើង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400"/>
            </a:pPr>
            <a:r>
              <a:t>សេចក្តីស្រឡាញ់របស់អ្នកគង្វាលចំពោះហ្វូងចៀម៖</a:t>
            </a:r>
          </a:p>
          <a:p>
            <a:pPr>
              <a:defRPr sz="2400"/>
            </a:pPr>
            <a:r>
              <a:t>ទ្រង់តែងតែដឹកនាំ និងការពារយើងក្នុងការរស់នៅរៀងរាល់ថ្ងៃ</a:t>
            </a:r>
          </a:p>
          <a:p>
            <a:pPr>
              <a:defRPr sz="2400"/>
            </a:pPr>
            <a:r>
              <a:t>ព្រះអង្គផ្គត់ផ្គង់ឱ្យយើងជានិច្ច (លោកុប្បត្តិ ២២:១៣-១៤ - យេហូវ៉ាយីរ៉េ)</a:t>
            </a:r>
          </a:p>
          <a:p>
            <a:pPr>
              <a:defRPr sz="2400"/>
            </a:pPr>
            <a:r>
              <a:t>ព្រះយេស៊ូវបានសុគតនៅលើឈើឆ្កាងជំនួសយើង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